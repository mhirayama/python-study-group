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243F7A-1C0A-45BD-AEA8-98428AF712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2EA97F-9160-4851-B72B-29673ADADC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4205E8-10DA-49C0-8FF9-E32D4AD0C4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04205E-F82C-4A90-92FB-297629BB4C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7E702E-8D82-438E-93A5-2B67458A6F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E99E8D-9197-4F76-B3B5-84C02D7DA0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EC1739-C2AE-4CD0-84A3-B27DBA52C0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9B1C53-9E9D-4713-BEA8-E088B83489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161BFA-D5DB-42DA-B394-6480315347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8EA1B0-78F0-4194-AC61-8F9BCBD7DD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2C7664-B0E0-44E0-AD00-DEACA9ACFE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3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で学ぶ</a:t>
            </a:r>
            <a:br>
              <a:rPr sz="3000"/>
            </a:br>
            <a:r>
              <a:rPr lang="ja-JP" sz="3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データ分析・機械学習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回　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Google Colab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を使って、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を始めよう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今日のゴール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を実際に動かしてみましょう。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に触れてみる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・データを扱ってみる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で何ができるか体験する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今日の流れ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914400" y="1645920"/>
            <a:ext cx="10332360" cy="31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　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を動かす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　データを扱う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　条件によって処理する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　データを計算する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　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からデータ分析へ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とは？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は、コンピュータに指示を出すためのプログラミング言語です。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データ分析や機械学習、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など、さまざまな分野で利用されています。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今日は、まず「実際に動かしてみる」ところから始めます。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Google Colab</a:t>
            </a: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とは？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Google Colab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を使うと、ブラウザ上で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を実行できます。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・インストール不要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・ブラウザで利用できる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・ノートブック形式でコードを実行できる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今日は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Google Colab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を使って進めます。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まず、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を動かしてみよう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ここからは、実際に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Colab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を操作します。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【やってみること】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を実行する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・結果を確認する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・コードを書き換えてみる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まずは「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が動いた！」を体験しましょう。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データを扱ってみよう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にデータを入れてみます。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【やってみること】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・数字を扱う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・文字を扱う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・複数のデータをまとめる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でデータを扱えることを体験します。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データを計算してみよう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データを使って、いろいろな計算をしてみます。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【やってみること】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・人数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・合計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・平均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・最高値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・最低値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 → 計算 → 結果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という流れを体験します。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条件によって処理してみよう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では、データの内容によって処理を変えることができます。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また、複数のデータを順番に処理することもできます。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【やってみること】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・条件による処理</a:t>
            </a: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・データを一つずつ処理する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からデータ分析へ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今日体験したことは、データ分析につながっています。</a:t>
            </a:r>
            <a:br>
              <a:rPr sz="2200"/>
            </a:b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データを扱う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計算する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結果を見る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br>
              <a:rPr sz="2200"/>
            </a:b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データを分析する</a:t>
            </a:r>
            <a:br>
              <a:rPr sz="2200"/>
            </a:br>
            <a:br>
              <a:rPr sz="2200"/>
            </a:br>
            <a:r>
              <a:rPr lang="ja-JP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次回から、さらに多くのデータを扱っていきます。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今日のまとめ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今日は、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を動かしてみました。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そして、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データを扱って、計算して、結果を見る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ところまで体験しました。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【次回】</a:t>
            </a:r>
            <a:br>
              <a:rPr sz="2000"/>
            </a:b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Pandas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を使って、データを扱ってみよう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表形式のデータを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で扱ってみます。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777240" y="5943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ja-JP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おつかれさまでした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914400" y="1645920"/>
            <a:ext cx="10332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小さく、ゆっくり、実際にやってみる。</a:t>
            </a:r>
            <a:br>
              <a:rPr sz="2000"/>
            </a:br>
            <a:br>
              <a:rPr sz="2000"/>
            </a:b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次回も、一緒に手を動かしてみましょう。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11064240" y="6309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ja-JP</dc:language>
  <cp:lastModifiedBy/>
  <dcterms:modified xsi:type="dcterms:W3CDTF">2026-09-04T13:19:36Z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